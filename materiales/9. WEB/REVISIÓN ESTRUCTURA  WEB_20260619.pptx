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Override1.xml" ContentType="application/vnd.openxmlformats-officedocument.themeOverride+xml"/>
  <Override PartName="/ppt/theme/themeOverride2.xml" ContentType="application/vnd.openxmlformats-officedocument.themeOverride+xml"/>
  <Override PartName="/ppt/theme/themeOverride3.xml" ContentType="application/vnd.openxmlformats-officedocument.themeOverr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63" r:id="rId2"/>
    <p:sldId id="264" r:id="rId3"/>
    <p:sldId id="267" r:id="rId4"/>
    <p:sldId id="265" r:id="rId5"/>
    <p:sldId id="266" r:id="rId6"/>
    <p:sldId id="268" r:id="rId7"/>
    <p:sldId id="269" r:id="rId8"/>
  </p:sldIdLst>
  <p:sldSz cx="12192000" cy="6858000"/>
  <p:notesSz cx="6858000" cy="9144000"/>
  <p:defaultTextStyle>
    <a:defPPr>
      <a:defRPr lang="es-E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7668" autoAdjust="0"/>
    <p:restoredTop sz="94660"/>
  </p:normalViewPr>
  <p:slideViewPr>
    <p:cSldViewPr snapToGrid="0">
      <p:cViewPr>
        <p:scale>
          <a:sx n="70" d="100"/>
          <a:sy n="70" d="100"/>
        </p:scale>
        <p:origin x="748" y="3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heme" Target="theme/theme1.xml"/><Relationship Id="rId5" Type="http://schemas.openxmlformats.org/officeDocument/2006/relationships/slide" Target="slides/slide4.xml"/><Relationship Id="rId10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presProps" Target="pres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Diapositiva d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9078F023-3083-F469-084D-EF8F265D9722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s-ES"/>
              <a:t>Haga clic para modificar el estilo de título del patrón</a:t>
            </a:r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id="{51DB682C-7D8F-DBFA-9D75-FC5308B6823E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s-ES"/>
              <a:t>Haga clic para modificar el estilo de subtítulo del patrón</a:t>
            </a:r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50E01FDA-4475-53E2-B186-8A2CCD3370C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82B5A09-D906-4707-A3A4-3D444A3F74B1}" type="datetimeFigureOut">
              <a:rPr lang="es-ES" smtClean="0"/>
              <a:t>19/06/2026</a:t>
            </a:fld>
            <a:endParaRPr lang="es-ES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014B17F3-1F07-9B9C-4EBB-23DB8F5124C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4CA9D7D3-6B24-C39E-B19A-953766E9244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615624-56EA-4E7E-AA7B-1011474B2573}" type="slidenum">
              <a:rPr lang="es-ES" smtClean="0"/>
              <a:t>‹Nº›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1199634509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ítulo y objet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7B677008-0B33-85CD-6DFD-FE9AFF7B816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781B5057-C076-1CE3-F9BD-79C783A70FE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B8D433D4-7CB5-F682-593B-0358B5C4FFC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82B5A09-D906-4707-A3A4-3D444A3F74B1}" type="datetimeFigureOut">
              <a:rPr lang="es-ES" smtClean="0"/>
              <a:t>19/06/2026</a:t>
            </a:fld>
            <a:endParaRPr lang="es-ES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B54C0364-E46C-BFC1-A81E-46857AFF894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5E7C0A2F-AF15-CBAB-705C-03D3DEB92EB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615624-56EA-4E7E-AA7B-1011474B2573}" type="slidenum">
              <a:rPr lang="es-ES" smtClean="0"/>
              <a:t>‹Nº›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1611265175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Encabezado de secció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A2675028-1193-9157-9B0F-95E01978649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s-ES"/>
              <a:t>Haga clic para modificar el estilo de título del patrón</a:t>
            </a:r>
          </a:p>
        </p:txBody>
      </p:sp>
      <p:sp>
        <p:nvSpPr>
          <p:cNvPr id="3" name="Marcador de texto 2">
            <a:extLst>
              <a:ext uri="{FF2B5EF4-FFF2-40B4-BE49-F238E27FC236}">
                <a16:creationId xmlns:a16="http://schemas.microsoft.com/office/drawing/2014/main" id="{0832820C-9FC3-0D6A-49DD-1F0BC91D646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353EF767-E45A-690C-6CD6-45CCBB9D3ED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82B5A09-D906-4707-A3A4-3D444A3F74B1}" type="datetimeFigureOut">
              <a:rPr lang="es-ES" smtClean="0"/>
              <a:t>19/06/2026</a:t>
            </a:fld>
            <a:endParaRPr lang="es-ES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B1A8C7DB-3AAF-5CA1-A1D9-7BCF5F3AD64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FFD6FC49-DD38-C96E-7021-AB945B5DDB8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615624-56EA-4E7E-AA7B-1011474B2573}" type="slidenum">
              <a:rPr lang="es-ES" smtClean="0"/>
              <a:t>‹Nº›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3316106499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os objet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6EB171D7-007E-729D-0F26-2280A0D2C83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400C93A8-886C-A9F3-2A55-62C8098E214B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</a:p>
        </p:txBody>
      </p:sp>
      <p:sp>
        <p:nvSpPr>
          <p:cNvPr id="4" name="Marcador de contenido 3">
            <a:extLst>
              <a:ext uri="{FF2B5EF4-FFF2-40B4-BE49-F238E27FC236}">
                <a16:creationId xmlns:a16="http://schemas.microsoft.com/office/drawing/2014/main" id="{B486601A-57E9-3944-2E16-E457D93EFF3B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</a:p>
        </p:txBody>
      </p:sp>
      <p:sp>
        <p:nvSpPr>
          <p:cNvPr id="5" name="Marcador de fecha 4">
            <a:extLst>
              <a:ext uri="{FF2B5EF4-FFF2-40B4-BE49-F238E27FC236}">
                <a16:creationId xmlns:a16="http://schemas.microsoft.com/office/drawing/2014/main" id="{2453EB00-4748-0750-7E13-58689EA6FBE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82B5A09-D906-4707-A3A4-3D444A3F74B1}" type="datetimeFigureOut">
              <a:rPr lang="es-ES" smtClean="0"/>
              <a:t>19/06/2026</a:t>
            </a:fld>
            <a:endParaRPr lang="es-ES"/>
          </a:p>
        </p:txBody>
      </p:sp>
      <p:sp>
        <p:nvSpPr>
          <p:cNvPr id="6" name="Marcador de pie de página 5">
            <a:extLst>
              <a:ext uri="{FF2B5EF4-FFF2-40B4-BE49-F238E27FC236}">
                <a16:creationId xmlns:a16="http://schemas.microsoft.com/office/drawing/2014/main" id="{9C5DC41C-7729-1337-BD0B-52FEFF2C3C5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"/>
          </a:p>
        </p:txBody>
      </p:sp>
      <p:sp>
        <p:nvSpPr>
          <p:cNvPr id="7" name="Marcador de número de diapositiva 6">
            <a:extLst>
              <a:ext uri="{FF2B5EF4-FFF2-40B4-BE49-F238E27FC236}">
                <a16:creationId xmlns:a16="http://schemas.microsoft.com/office/drawing/2014/main" id="{9B0C3AEF-08B3-F344-2233-BD69CF72DB7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615624-56EA-4E7E-AA7B-1011474B2573}" type="slidenum">
              <a:rPr lang="es-ES" smtClean="0"/>
              <a:t>‹Nº›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379267405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ció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C18A97DE-1E05-FC16-19DE-6F352084241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s-ES"/>
              <a:t>Haga clic para modificar el estilo de título del patrón</a:t>
            </a:r>
          </a:p>
        </p:txBody>
      </p:sp>
      <p:sp>
        <p:nvSpPr>
          <p:cNvPr id="3" name="Marcador de texto 2">
            <a:extLst>
              <a:ext uri="{FF2B5EF4-FFF2-40B4-BE49-F238E27FC236}">
                <a16:creationId xmlns:a16="http://schemas.microsoft.com/office/drawing/2014/main" id="{AACCCFF0-4371-F5BB-A659-72E5C4A63EB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4" name="Marcador de contenido 3">
            <a:extLst>
              <a:ext uri="{FF2B5EF4-FFF2-40B4-BE49-F238E27FC236}">
                <a16:creationId xmlns:a16="http://schemas.microsoft.com/office/drawing/2014/main" id="{368E9D37-D753-BCFC-CBBA-8E95B442F0BA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</a:p>
        </p:txBody>
      </p:sp>
      <p:sp>
        <p:nvSpPr>
          <p:cNvPr id="5" name="Marcador de texto 4">
            <a:extLst>
              <a:ext uri="{FF2B5EF4-FFF2-40B4-BE49-F238E27FC236}">
                <a16:creationId xmlns:a16="http://schemas.microsoft.com/office/drawing/2014/main" id="{D45A0CD5-27A5-C25C-926B-3B01F9F581C9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6" name="Marcador de contenido 5">
            <a:extLst>
              <a:ext uri="{FF2B5EF4-FFF2-40B4-BE49-F238E27FC236}">
                <a16:creationId xmlns:a16="http://schemas.microsoft.com/office/drawing/2014/main" id="{79ADF181-CD63-10B1-BDA1-D8A9CA5EDD66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</a:p>
        </p:txBody>
      </p:sp>
      <p:sp>
        <p:nvSpPr>
          <p:cNvPr id="7" name="Marcador de fecha 6">
            <a:extLst>
              <a:ext uri="{FF2B5EF4-FFF2-40B4-BE49-F238E27FC236}">
                <a16:creationId xmlns:a16="http://schemas.microsoft.com/office/drawing/2014/main" id="{1BBABF88-68AC-1B76-0F2D-FADBA6C7BD8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82B5A09-D906-4707-A3A4-3D444A3F74B1}" type="datetimeFigureOut">
              <a:rPr lang="es-ES" smtClean="0"/>
              <a:t>19/06/2026</a:t>
            </a:fld>
            <a:endParaRPr lang="es-ES"/>
          </a:p>
        </p:txBody>
      </p:sp>
      <p:sp>
        <p:nvSpPr>
          <p:cNvPr id="8" name="Marcador de pie de página 7">
            <a:extLst>
              <a:ext uri="{FF2B5EF4-FFF2-40B4-BE49-F238E27FC236}">
                <a16:creationId xmlns:a16="http://schemas.microsoft.com/office/drawing/2014/main" id="{6B0EC017-98FC-FEB9-4428-CF1AB69312E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"/>
          </a:p>
        </p:txBody>
      </p:sp>
      <p:sp>
        <p:nvSpPr>
          <p:cNvPr id="9" name="Marcador de número de diapositiva 8">
            <a:extLst>
              <a:ext uri="{FF2B5EF4-FFF2-40B4-BE49-F238E27FC236}">
                <a16:creationId xmlns:a16="http://schemas.microsoft.com/office/drawing/2014/main" id="{09AD3159-E672-E79D-90F9-9010E140C00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615624-56EA-4E7E-AA7B-1011474B2573}" type="slidenum">
              <a:rPr lang="es-ES" smtClean="0"/>
              <a:t>‹Nº›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378922999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Solo el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EF8CDC51-04BF-AE20-803F-0E6E6DB57C7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</a:p>
        </p:txBody>
      </p:sp>
      <p:sp>
        <p:nvSpPr>
          <p:cNvPr id="3" name="Marcador de fecha 2">
            <a:extLst>
              <a:ext uri="{FF2B5EF4-FFF2-40B4-BE49-F238E27FC236}">
                <a16:creationId xmlns:a16="http://schemas.microsoft.com/office/drawing/2014/main" id="{B891D69A-084A-1664-0B67-4FA6DBCDBAA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82B5A09-D906-4707-A3A4-3D444A3F74B1}" type="datetimeFigureOut">
              <a:rPr lang="es-ES" smtClean="0"/>
              <a:t>19/06/2026</a:t>
            </a:fld>
            <a:endParaRPr lang="es-ES"/>
          </a:p>
        </p:txBody>
      </p:sp>
      <p:sp>
        <p:nvSpPr>
          <p:cNvPr id="4" name="Marcador de pie de página 3">
            <a:extLst>
              <a:ext uri="{FF2B5EF4-FFF2-40B4-BE49-F238E27FC236}">
                <a16:creationId xmlns:a16="http://schemas.microsoft.com/office/drawing/2014/main" id="{67FCD0DF-8EF3-D57F-137B-BE4671F5C8E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"/>
          </a:p>
        </p:txBody>
      </p:sp>
      <p:sp>
        <p:nvSpPr>
          <p:cNvPr id="5" name="Marcador de número de diapositiva 4">
            <a:extLst>
              <a:ext uri="{FF2B5EF4-FFF2-40B4-BE49-F238E27FC236}">
                <a16:creationId xmlns:a16="http://schemas.microsoft.com/office/drawing/2014/main" id="{249118FB-2D8C-946E-9CE0-D2C31E12647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615624-56EA-4E7E-AA7B-1011474B2573}" type="slidenum">
              <a:rPr lang="es-ES" smtClean="0"/>
              <a:t>‹Nº›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388876312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En blanc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fecha 1">
            <a:extLst>
              <a:ext uri="{FF2B5EF4-FFF2-40B4-BE49-F238E27FC236}">
                <a16:creationId xmlns:a16="http://schemas.microsoft.com/office/drawing/2014/main" id="{63F265FA-6E71-7BD8-517E-6D913F33A09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82B5A09-D906-4707-A3A4-3D444A3F74B1}" type="datetimeFigureOut">
              <a:rPr lang="es-ES" smtClean="0"/>
              <a:t>19/06/2026</a:t>
            </a:fld>
            <a:endParaRPr lang="es-ES"/>
          </a:p>
        </p:txBody>
      </p:sp>
      <p:sp>
        <p:nvSpPr>
          <p:cNvPr id="3" name="Marcador de pie de página 2">
            <a:extLst>
              <a:ext uri="{FF2B5EF4-FFF2-40B4-BE49-F238E27FC236}">
                <a16:creationId xmlns:a16="http://schemas.microsoft.com/office/drawing/2014/main" id="{12D6EC74-B853-4C5F-A863-5E6A3CBB965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"/>
          </a:p>
        </p:txBody>
      </p:sp>
      <p:sp>
        <p:nvSpPr>
          <p:cNvPr id="4" name="Marcador de número de diapositiva 3">
            <a:extLst>
              <a:ext uri="{FF2B5EF4-FFF2-40B4-BE49-F238E27FC236}">
                <a16:creationId xmlns:a16="http://schemas.microsoft.com/office/drawing/2014/main" id="{4FCE3CA8-1567-D99A-87EE-4A18BF26202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615624-56EA-4E7E-AA7B-1011474B2573}" type="slidenum">
              <a:rPr lang="es-ES" smtClean="0"/>
              <a:t>‹Nº›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2155234836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ido con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43430B9F-4934-9EEC-F6D9-C2CD8E90EE2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s-ES"/>
              <a:t>Haga clic para modificar el estilo de título del patrón</a:t>
            </a:r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E203B4DD-FBED-4D37-69DB-8A8D6034B7D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</a:p>
        </p:txBody>
      </p:sp>
      <p:sp>
        <p:nvSpPr>
          <p:cNvPr id="4" name="Marcador de texto 3">
            <a:extLst>
              <a:ext uri="{FF2B5EF4-FFF2-40B4-BE49-F238E27FC236}">
                <a16:creationId xmlns:a16="http://schemas.microsoft.com/office/drawing/2014/main" id="{953D0634-876C-F2F9-74DF-B4F608315203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5" name="Marcador de fecha 4">
            <a:extLst>
              <a:ext uri="{FF2B5EF4-FFF2-40B4-BE49-F238E27FC236}">
                <a16:creationId xmlns:a16="http://schemas.microsoft.com/office/drawing/2014/main" id="{A1B2EBAB-B147-110A-A11E-80918FCFF09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82B5A09-D906-4707-A3A4-3D444A3F74B1}" type="datetimeFigureOut">
              <a:rPr lang="es-ES" smtClean="0"/>
              <a:t>19/06/2026</a:t>
            </a:fld>
            <a:endParaRPr lang="es-ES"/>
          </a:p>
        </p:txBody>
      </p:sp>
      <p:sp>
        <p:nvSpPr>
          <p:cNvPr id="6" name="Marcador de pie de página 5">
            <a:extLst>
              <a:ext uri="{FF2B5EF4-FFF2-40B4-BE49-F238E27FC236}">
                <a16:creationId xmlns:a16="http://schemas.microsoft.com/office/drawing/2014/main" id="{217A8DF4-511E-D5F9-E81D-FA23AF95730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"/>
          </a:p>
        </p:txBody>
      </p:sp>
      <p:sp>
        <p:nvSpPr>
          <p:cNvPr id="7" name="Marcador de número de diapositiva 6">
            <a:extLst>
              <a:ext uri="{FF2B5EF4-FFF2-40B4-BE49-F238E27FC236}">
                <a16:creationId xmlns:a16="http://schemas.microsoft.com/office/drawing/2014/main" id="{5468BE58-642D-9E82-0B6D-F27E3148DA4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615624-56EA-4E7E-AA7B-1011474B2573}" type="slidenum">
              <a:rPr lang="es-ES" smtClean="0"/>
              <a:t>‹Nº›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1763578661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n con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4C1C2DE9-6432-6938-1625-EA9F6021456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s-ES"/>
              <a:t>Haga clic para modificar el estilo de título del patrón</a:t>
            </a:r>
          </a:p>
        </p:txBody>
      </p:sp>
      <p:sp>
        <p:nvSpPr>
          <p:cNvPr id="3" name="Marcador de posición de imagen 2">
            <a:extLst>
              <a:ext uri="{FF2B5EF4-FFF2-40B4-BE49-F238E27FC236}">
                <a16:creationId xmlns:a16="http://schemas.microsoft.com/office/drawing/2014/main" id="{94FC2114-9BB8-70E1-8878-76EF5E945ADD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s-ES"/>
          </a:p>
        </p:txBody>
      </p:sp>
      <p:sp>
        <p:nvSpPr>
          <p:cNvPr id="4" name="Marcador de texto 3">
            <a:extLst>
              <a:ext uri="{FF2B5EF4-FFF2-40B4-BE49-F238E27FC236}">
                <a16:creationId xmlns:a16="http://schemas.microsoft.com/office/drawing/2014/main" id="{CB5D3F20-B278-284C-D4AA-9F342C54C07E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5" name="Marcador de fecha 4">
            <a:extLst>
              <a:ext uri="{FF2B5EF4-FFF2-40B4-BE49-F238E27FC236}">
                <a16:creationId xmlns:a16="http://schemas.microsoft.com/office/drawing/2014/main" id="{EAF0E536-5FDD-9493-FA56-07935B9DBEA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82B5A09-D906-4707-A3A4-3D444A3F74B1}" type="datetimeFigureOut">
              <a:rPr lang="es-ES" smtClean="0"/>
              <a:t>19/06/2026</a:t>
            </a:fld>
            <a:endParaRPr lang="es-ES"/>
          </a:p>
        </p:txBody>
      </p:sp>
      <p:sp>
        <p:nvSpPr>
          <p:cNvPr id="6" name="Marcador de pie de página 5">
            <a:extLst>
              <a:ext uri="{FF2B5EF4-FFF2-40B4-BE49-F238E27FC236}">
                <a16:creationId xmlns:a16="http://schemas.microsoft.com/office/drawing/2014/main" id="{F311717C-D28F-2F53-5DDF-EAFEE00ACE1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"/>
          </a:p>
        </p:txBody>
      </p:sp>
      <p:sp>
        <p:nvSpPr>
          <p:cNvPr id="7" name="Marcador de número de diapositiva 6">
            <a:extLst>
              <a:ext uri="{FF2B5EF4-FFF2-40B4-BE49-F238E27FC236}">
                <a16:creationId xmlns:a16="http://schemas.microsoft.com/office/drawing/2014/main" id="{EDEEA651-CCE5-B458-25A8-2949FB0219A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615624-56EA-4E7E-AA7B-1011474B2573}" type="slidenum">
              <a:rPr lang="es-ES" smtClean="0"/>
              <a:t>‹Nº›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184290214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ítulo y text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37D880DF-BE40-A691-758B-8DE9310DC41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</a:p>
        </p:txBody>
      </p:sp>
      <p:sp>
        <p:nvSpPr>
          <p:cNvPr id="3" name="Marcador de texto vertical 2">
            <a:extLst>
              <a:ext uri="{FF2B5EF4-FFF2-40B4-BE49-F238E27FC236}">
                <a16:creationId xmlns:a16="http://schemas.microsoft.com/office/drawing/2014/main" id="{EE2883A9-18E9-D63C-E36D-93BA1C4770F9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F926315D-138B-0621-A06E-9A3532D9817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82B5A09-D906-4707-A3A4-3D444A3F74B1}" type="datetimeFigureOut">
              <a:rPr lang="es-ES" smtClean="0"/>
              <a:t>19/06/2026</a:t>
            </a:fld>
            <a:endParaRPr lang="es-ES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BDA70E58-0863-7839-8DC2-E34771EF428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DB168545-448B-EE41-1086-4D811E72404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615624-56EA-4E7E-AA7B-1011474B2573}" type="slidenum">
              <a:rPr lang="es-ES" smtClean="0"/>
              <a:t>‹Nº›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2791581393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ítulo vertical y tex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vertical 1">
            <a:extLst>
              <a:ext uri="{FF2B5EF4-FFF2-40B4-BE49-F238E27FC236}">
                <a16:creationId xmlns:a16="http://schemas.microsoft.com/office/drawing/2014/main" id="{9B7FBBCC-A5B6-D1F6-CFFD-C1261C6B6809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s-ES"/>
              <a:t>Haga clic para modificar el estilo de título del patrón</a:t>
            </a:r>
          </a:p>
        </p:txBody>
      </p:sp>
      <p:sp>
        <p:nvSpPr>
          <p:cNvPr id="3" name="Marcador de texto vertical 2">
            <a:extLst>
              <a:ext uri="{FF2B5EF4-FFF2-40B4-BE49-F238E27FC236}">
                <a16:creationId xmlns:a16="http://schemas.microsoft.com/office/drawing/2014/main" id="{D1464BD6-05A4-C7BA-3AD6-B0F5D9AD017D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11EB2209-B27D-E3CC-5434-3B3C16CEA00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82B5A09-D906-4707-A3A4-3D444A3F74B1}" type="datetimeFigureOut">
              <a:rPr lang="es-ES" smtClean="0"/>
              <a:t>19/06/2026</a:t>
            </a:fld>
            <a:endParaRPr lang="es-ES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8147EAC8-3CBD-0DD1-9E81-51779EDD1E1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97E1DDE2-03AD-2167-175B-F013115BC4D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615624-56EA-4E7E-AA7B-1011474B2573}" type="slidenum">
              <a:rPr lang="es-ES" smtClean="0"/>
              <a:t>‹Nº›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2148606464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título 1">
            <a:extLst>
              <a:ext uri="{FF2B5EF4-FFF2-40B4-BE49-F238E27FC236}">
                <a16:creationId xmlns:a16="http://schemas.microsoft.com/office/drawing/2014/main" id="{48F63FD5-46DD-FC94-14F8-E506BB28BE1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s-ES"/>
              <a:t>Haga clic para modificar el estilo de título del patrón</a:t>
            </a:r>
          </a:p>
        </p:txBody>
      </p:sp>
      <p:sp>
        <p:nvSpPr>
          <p:cNvPr id="3" name="Marcador de texto 2">
            <a:extLst>
              <a:ext uri="{FF2B5EF4-FFF2-40B4-BE49-F238E27FC236}">
                <a16:creationId xmlns:a16="http://schemas.microsoft.com/office/drawing/2014/main" id="{28CF66D8-E71C-1C05-32B7-F0813C9859E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841ADA1D-6264-983D-9C44-C6ADBB4BA97D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E82B5A09-D906-4707-A3A4-3D444A3F74B1}" type="datetimeFigureOut">
              <a:rPr lang="es-ES" smtClean="0"/>
              <a:t>19/06/2026</a:t>
            </a:fld>
            <a:endParaRPr lang="es-ES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04ED9BBB-E0A5-AF96-D32B-FAE59373CBD6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s-ES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3A986E75-4F63-37A8-59A4-8D5472558763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C615624-56EA-4E7E-AA7B-1011474B2573}" type="slidenum">
              <a:rPr lang="es-ES" smtClean="0"/>
              <a:t>‹Nº›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17824968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s-E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3.png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slideLayout" Target="../slideLayouts/slideLayout2.xml"/><Relationship Id="rId1" Type="http://schemas.openxmlformats.org/officeDocument/2006/relationships/themeOverride" Target="../theme/themeOverride1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slideLayout" Target="../slideLayouts/slideLayout2.xml"/><Relationship Id="rId1" Type="http://schemas.openxmlformats.org/officeDocument/2006/relationships/themeOverride" Target="../theme/themeOverride2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slideLayout" Target="../slideLayouts/slideLayout2.xml"/><Relationship Id="rId1" Type="http://schemas.openxmlformats.org/officeDocument/2006/relationships/themeOverride" Target="../theme/themeOverride3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92A1DEFF-DAFC-CB5D-CEA8-FD575489618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527716" y="2883472"/>
            <a:ext cx="7755536" cy="1325563"/>
          </a:xfrm>
        </p:spPr>
        <p:txBody>
          <a:bodyPr>
            <a:noAutofit/>
          </a:bodyPr>
          <a:lstStyle/>
          <a:p>
            <a:pPr algn="ctr"/>
            <a:r>
              <a:rPr lang="es-ES" sz="11500" b="1" dirty="0"/>
              <a:t>REVISIÓN</a:t>
            </a:r>
            <a:br>
              <a:rPr lang="es-ES" sz="11500" b="1" dirty="0"/>
            </a:br>
            <a:r>
              <a:rPr lang="es-ES" sz="11500" b="1" dirty="0"/>
              <a:t> 2</a:t>
            </a:r>
          </a:p>
        </p:txBody>
      </p:sp>
    </p:spTree>
    <p:extLst>
      <p:ext uri="{BB962C8B-B14F-4D97-AF65-F5344CB8AC3E}">
        <p14:creationId xmlns:p14="http://schemas.microsoft.com/office/powerpoint/2010/main" val="17396934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8" name="Rectangle 11">
            <a:extLst>
              <a:ext uri="{FF2B5EF4-FFF2-40B4-BE49-F238E27FC236}">
                <a16:creationId xmlns:a16="http://schemas.microsoft.com/office/drawing/2014/main" id="{80DF40B2-80F7-4E71-B46C-284163F3654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-1" y="0"/>
            <a:ext cx="12188952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ítulo 1">
            <a:extLst>
              <a:ext uri="{FF2B5EF4-FFF2-40B4-BE49-F238E27FC236}">
                <a16:creationId xmlns:a16="http://schemas.microsoft.com/office/drawing/2014/main" id="{4DBA5F8D-0353-F20B-0A5F-99AA3556551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54142" y="181007"/>
            <a:ext cx="3807187" cy="887824"/>
          </a:xfrm>
        </p:spPr>
        <p:txBody>
          <a:bodyPr>
            <a:normAutofit/>
          </a:bodyPr>
          <a:lstStyle/>
          <a:p>
            <a:r>
              <a:rPr lang="es-ES" sz="4000" dirty="0"/>
              <a:t>Modificaciones</a:t>
            </a:r>
          </a:p>
        </p:txBody>
      </p:sp>
      <p:pic>
        <p:nvPicPr>
          <p:cNvPr id="5" name="Marcador de contenido 4">
            <a:extLst>
              <a:ext uri="{FF2B5EF4-FFF2-40B4-BE49-F238E27FC236}">
                <a16:creationId xmlns:a16="http://schemas.microsoft.com/office/drawing/2014/main" id="{80383B52-0B39-BAE6-500A-A24E3891C6B0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b="786"/>
          <a:stretch>
            <a:fillRect/>
          </a:stretch>
        </p:blipFill>
        <p:spPr>
          <a:xfrm>
            <a:off x="5010386" y="10"/>
            <a:ext cx="7181613" cy="6857990"/>
          </a:xfrm>
          <a:prstGeom prst="rect">
            <a:avLst/>
          </a:prstGeom>
          <a:effectLst/>
        </p:spPr>
      </p:pic>
      <p:sp>
        <p:nvSpPr>
          <p:cNvPr id="6" name="Título 1">
            <a:extLst>
              <a:ext uri="{FF2B5EF4-FFF2-40B4-BE49-F238E27FC236}">
                <a16:creationId xmlns:a16="http://schemas.microsoft.com/office/drawing/2014/main" id="{021EC90D-07CC-DE1E-E106-BE12F0CEDFDF}"/>
              </a:ext>
            </a:extLst>
          </p:cNvPr>
          <p:cNvSpPr txBox="1">
            <a:spLocks/>
          </p:cNvSpPr>
          <p:nvPr/>
        </p:nvSpPr>
        <p:spPr>
          <a:xfrm>
            <a:off x="854143" y="1068832"/>
            <a:ext cx="3807187" cy="5646762"/>
          </a:xfrm>
          <a:prstGeom prst="rect">
            <a:avLst/>
          </a:prstGeom>
        </p:spPr>
        <p:txBody>
          <a:bodyPr vert="horz" lIns="91440" tIns="45720" rIns="91440" bIns="45720" rtlCol="0" anchor="ctr">
            <a:normAutofit fontScale="92500" lnSpcReduction="20000"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marL="342900" indent="-342900">
              <a:buFontTx/>
              <a:buChar char="-"/>
            </a:pPr>
            <a:r>
              <a:rPr lang="es-ES" sz="2400" dirty="0"/>
              <a:t>Cambiar Logo en todas.</a:t>
            </a:r>
          </a:p>
          <a:p>
            <a:pPr marL="342900" indent="-342900">
              <a:buFontTx/>
              <a:buChar char="-"/>
            </a:pPr>
            <a:endParaRPr lang="es-ES" sz="2400" dirty="0"/>
          </a:p>
          <a:p>
            <a:endParaRPr lang="es-ES" sz="2400" dirty="0"/>
          </a:p>
          <a:p>
            <a:pPr marL="342900" indent="-342900">
              <a:buFontTx/>
              <a:buChar char="-"/>
            </a:pPr>
            <a:endParaRPr lang="es-ES" sz="2400" dirty="0"/>
          </a:p>
          <a:p>
            <a:pPr marL="342900" indent="-342900">
              <a:buFontTx/>
              <a:buChar char="-"/>
            </a:pPr>
            <a:r>
              <a:rPr lang="es-ES" sz="2400" dirty="0" err="1"/>
              <a:t>Usaria</a:t>
            </a:r>
            <a:r>
              <a:rPr lang="es-ES" sz="2400" dirty="0"/>
              <a:t> las letras de Necsa constructora del logo. Manteniendo la </a:t>
            </a:r>
            <a:r>
              <a:rPr lang="es-ES" sz="2400" dirty="0" err="1"/>
              <a:t>tipografia</a:t>
            </a:r>
            <a:r>
              <a:rPr lang="es-ES" sz="2400" dirty="0"/>
              <a:t>:</a:t>
            </a:r>
          </a:p>
          <a:p>
            <a:pPr marL="342900" indent="-342900">
              <a:buFontTx/>
              <a:buChar char="-"/>
            </a:pPr>
            <a:endParaRPr lang="es-ES" sz="2400" dirty="0"/>
          </a:p>
          <a:p>
            <a:pPr marL="342900" indent="-342900">
              <a:buFontTx/>
              <a:buChar char="-"/>
            </a:pPr>
            <a:endParaRPr lang="es-ES" sz="2400" dirty="0"/>
          </a:p>
          <a:p>
            <a:pPr marL="342900" indent="-342900">
              <a:buFontTx/>
              <a:buChar char="-"/>
            </a:pPr>
            <a:endParaRPr lang="es-ES" sz="2400" dirty="0"/>
          </a:p>
          <a:p>
            <a:pPr marL="342900" indent="-342900">
              <a:buFontTx/>
              <a:buChar char="-"/>
            </a:pPr>
            <a:endParaRPr lang="es-ES" sz="2400" dirty="0"/>
          </a:p>
          <a:p>
            <a:endParaRPr lang="es-ES" sz="2400" dirty="0"/>
          </a:p>
          <a:p>
            <a:pPr marL="342900" indent="-342900">
              <a:buFontTx/>
              <a:buChar char="-"/>
            </a:pPr>
            <a:endParaRPr lang="es-ES" sz="2400" dirty="0"/>
          </a:p>
          <a:p>
            <a:pPr marL="342900" indent="-342900">
              <a:buFontTx/>
              <a:buChar char="-"/>
            </a:pPr>
            <a:r>
              <a:rPr lang="es-ES" sz="2400" dirty="0"/>
              <a:t>Eliminar</a:t>
            </a:r>
          </a:p>
          <a:p>
            <a:pPr marL="342900" indent="-342900">
              <a:buFontTx/>
              <a:buChar char="-"/>
            </a:pPr>
            <a:endParaRPr lang="es-ES" sz="2400" dirty="0"/>
          </a:p>
          <a:p>
            <a:pPr marL="342900" indent="-342900">
              <a:buFontTx/>
              <a:buChar char="-"/>
            </a:pPr>
            <a:endParaRPr lang="es-ES" sz="2400" dirty="0"/>
          </a:p>
          <a:p>
            <a:endParaRPr lang="es-ES" sz="2400" dirty="0"/>
          </a:p>
          <a:p>
            <a:pPr marL="342900" indent="-342900">
              <a:buFontTx/>
              <a:buChar char="-"/>
            </a:pPr>
            <a:endParaRPr lang="es-ES" sz="2400" dirty="0"/>
          </a:p>
          <a:p>
            <a:pPr marL="342900" indent="-342900">
              <a:buFontTx/>
              <a:buChar char="-"/>
            </a:pPr>
            <a:r>
              <a:rPr lang="es-ES" sz="2400" dirty="0"/>
              <a:t>Cambiar subtitulo por frase del logo :</a:t>
            </a:r>
          </a:p>
          <a:p>
            <a:pPr marL="342900" indent="-342900">
              <a:buFontTx/>
              <a:buChar char="-"/>
            </a:pPr>
            <a:r>
              <a:rPr lang="es-ES" sz="2400" dirty="0">
                <a:highlight>
                  <a:srgbClr val="FFFF00"/>
                </a:highlight>
              </a:rPr>
              <a:t> </a:t>
            </a:r>
            <a:r>
              <a:rPr lang="es-ES" sz="2400" b="1" dirty="0">
                <a:highlight>
                  <a:srgbClr val="FFFF00"/>
                </a:highlight>
              </a:rPr>
              <a:t>“Construimos con visión, ejecutamos con excelencia”</a:t>
            </a:r>
          </a:p>
          <a:p>
            <a:pPr marL="342900" indent="-342900">
              <a:buFontTx/>
              <a:buChar char="-"/>
            </a:pPr>
            <a:endParaRPr lang="es-ES" sz="2400" b="1" dirty="0"/>
          </a:p>
        </p:txBody>
      </p:sp>
      <p:cxnSp>
        <p:nvCxnSpPr>
          <p:cNvPr id="7" name="Conector recto de flecha 6">
            <a:extLst>
              <a:ext uri="{FF2B5EF4-FFF2-40B4-BE49-F238E27FC236}">
                <a16:creationId xmlns:a16="http://schemas.microsoft.com/office/drawing/2014/main" id="{FDAA7A6A-B9FF-94B9-3409-378F594BA0D5}"/>
              </a:ext>
            </a:extLst>
          </p:cNvPr>
          <p:cNvCxnSpPr>
            <a:cxnSpLocks/>
          </p:cNvCxnSpPr>
          <p:nvPr/>
        </p:nvCxnSpPr>
        <p:spPr>
          <a:xfrm flipH="1">
            <a:off x="4489730" y="3495275"/>
            <a:ext cx="1425077" cy="1991125"/>
          </a:xfrm>
          <a:prstGeom prst="straightConnector1">
            <a:avLst/>
          </a:prstGeom>
          <a:ln w="38100"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" name="Conector recto de flecha 7">
            <a:extLst>
              <a:ext uri="{FF2B5EF4-FFF2-40B4-BE49-F238E27FC236}">
                <a16:creationId xmlns:a16="http://schemas.microsoft.com/office/drawing/2014/main" id="{D5A976D6-8BC2-7E41-546A-F3FF6A60E6F4}"/>
              </a:ext>
            </a:extLst>
          </p:cNvPr>
          <p:cNvCxnSpPr>
            <a:cxnSpLocks/>
          </p:cNvCxnSpPr>
          <p:nvPr/>
        </p:nvCxnSpPr>
        <p:spPr>
          <a:xfrm flipH="1">
            <a:off x="4221322" y="548464"/>
            <a:ext cx="1331637" cy="701374"/>
          </a:xfrm>
          <a:prstGeom prst="straightConnector1">
            <a:avLst/>
          </a:prstGeom>
          <a:ln w="38100"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21" name="Imagen 20">
            <a:extLst>
              <a:ext uri="{FF2B5EF4-FFF2-40B4-BE49-F238E27FC236}">
                <a16:creationId xmlns:a16="http://schemas.microsoft.com/office/drawing/2014/main" id="{4B5858EA-042F-06B3-0C24-C683E7893252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282960" y="1589199"/>
            <a:ext cx="474775" cy="558700"/>
          </a:xfrm>
          <a:prstGeom prst="rect">
            <a:avLst/>
          </a:prstGeom>
        </p:spPr>
      </p:pic>
      <p:pic>
        <p:nvPicPr>
          <p:cNvPr id="24" name="Imagen 23">
            <a:extLst>
              <a:ext uri="{FF2B5EF4-FFF2-40B4-BE49-F238E27FC236}">
                <a16:creationId xmlns:a16="http://schemas.microsoft.com/office/drawing/2014/main" id="{7F8DBA30-1259-6C7E-199E-64D6A0D9D60B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157216" y="3085313"/>
            <a:ext cx="2695953" cy="623975"/>
          </a:xfrm>
          <a:prstGeom prst="rect">
            <a:avLst/>
          </a:prstGeom>
        </p:spPr>
      </p:pic>
      <p:cxnSp>
        <p:nvCxnSpPr>
          <p:cNvPr id="27" name="Conector recto de flecha 26">
            <a:extLst>
              <a:ext uri="{FF2B5EF4-FFF2-40B4-BE49-F238E27FC236}">
                <a16:creationId xmlns:a16="http://schemas.microsoft.com/office/drawing/2014/main" id="{95F6AE35-9F8E-73A0-100D-3D769A3BB2D2}"/>
              </a:ext>
            </a:extLst>
          </p:cNvPr>
          <p:cNvCxnSpPr>
            <a:cxnSpLocks/>
          </p:cNvCxnSpPr>
          <p:nvPr/>
        </p:nvCxnSpPr>
        <p:spPr>
          <a:xfrm flipH="1">
            <a:off x="4118757" y="2283445"/>
            <a:ext cx="1331637" cy="701374"/>
          </a:xfrm>
          <a:prstGeom prst="straightConnector1">
            <a:avLst/>
          </a:prstGeom>
          <a:ln w="38100"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" name="Conector recto de flecha 2">
            <a:extLst>
              <a:ext uri="{FF2B5EF4-FFF2-40B4-BE49-F238E27FC236}">
                <a16:creationId xmlns:a16="http://schemas.microsoft.com/office/drawing/2014/main" id="{EF8D0438-FC7F-617B-88D8-E36608FB2350}"/>
              </a:ext>
            </a:extLst>
          </p:cNvPr>
          <p:cNvCxnSpPr>
            <a:cxnSpLocks/>
          </p:cNvCxnSpPr>
          <p:nvPr/>
        </p:nvCxnSpPr>
        <p:spPr>
          <a:xfrm flipH="1">
            <a:off x="2133600" y="2884404"/>
            <a:ext cx="3781207" cy="1315028"/>
          </a:xfrm>
          <a:prstGeom prst="straightConnector1">
            <a:avLst/>
          </a:prstGeom>
          <a:ln w="38100"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437098356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28FDDA9A-6353-B94A-6BEA-1F5415C74C8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8" name="Rectangle 11">
            <a:extLst>
              <a:ext uri="{FF2B5EF4-FFF2-40B4-BE49-F238E27FC236}">
                <a16:creationId xmlns:a16="http://schemas.microsoft.com/office/drawing/2014/main" id="{EB135A44-46C1-1EAA-8696-5D75C550CB9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-1" y="0"/>
            <a:ext cx="12188952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ítulo 1">
            <a:extLst>
              <a:ext uri="{FF2B5EF4-FFF2-40B4-BE49-F238E27FC236}">
                <a16:creationId xmlns:a16="http://schemas.microsoft.com/office/drawing/2014/main" id="{72590D69-FABF-F0B3-C8B8-7E777BAE8F6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54142" y="181007"/>
            <a:ext cx="3807187" cy="887824"/>
          </a:xfrm>
        </p:spPr>
        <p:txBody>
          <a:bodyPr>
            <a:normAutofit/>
          </a:bodyPr>
          <a:lstStyle/>
          <a:p>
            <a:r>
              <a:rPr lang="es-ES" sz="4000" dirty="0"/>
              <a:t>Modificaciones</a:t>
            </a:r>
          </a:p>
        </p:txBody>
      </p:sp>
      <p:pic>
        <p:nvPicPr>
          <p:cNvPr id="5" name="Marcador de contenido 4">
            <a:extLst>
              <a:ext uri="{FF2B5EF4-FFF2-40B4-BE49-F238E27FC236}">
                <a16:creationId xmlns:a16="http://schemas.microsoft.com/office/drawing/2014/main" id="{3F03FACE-0E4E-63A0-04A3-B6C544E2D26F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b="786"/>
          <a:stretch>
            <a:fillRect/>
          </a:stretch>
        </p:blipFill>
        <p:spPr>
          <a:xfrm>
            <a:off x="5010386" y="10"/>
            <a:ext cx="7181613" cy="6857990"/>
          </a:xfrm>
          <a:prstGeom prst="rect">
            <a:avLst/>
          </a:prstGeom>
          <a:effectLst/>
        </p:spPr>
      </p:pic>
      <p:sp>
        <p:nvSpPr>
          <p:cNvPr id="6" name="Título 1">
            <a:extLst>
              <a:ext uri="{FF2B5EF4-FFF2-40B4-BE49-F238E27FC236}">
                <a16:creationId xmlns:a16="http://schemas.microsoft.com/office/drawing/2014/main" id="{7ADADB15-9EE5-90B3-236B-5DC88A694005}"/>
              </a:ext>
            </a:extLst>
          </p:cNvPr>
          <p:cNvSpPr txBox="1">
            <a:spLocks/>
          </p:cNvSpPr>
          <p:nvPr/>
        </p:nvSpPr>
        <p:spPr>
          <a:xfrm>
            <a:off x="269823" y="1068832"/>
            <a:ext cx="4542019" cy="5646762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marL="342900" indent="-342900">
              <a:buFontTx/>
              <a:buChar char="-"/>
            </a:pPr>
            <a:r>
              <a:rPr lang="es-ES" sz="2400" b="1" dirty="0"/>
              <a:t>A contar desde la segunda pagina debiera leerse el “NECSA” en la parte superior.</a:t>
            </a:r>
          </a:p>
          <a:p>
            <a:endParaRPr lang="es-ES" sz="2400" dirty="0"/>
          </a:p>
          <a:p>
            <a:pPr marL="342900" indent="-342900">
              <a:buFontTx/>
              <a:buChar char="-"/>
            </a:pPr>
            <a:r>
              <a:rPr lang="es-ES" sz="2400" dirty="0"/>
              <a:t>Usar este texto (misión) en la portada: </a:t>
            </a:r>
          </a:p>
          <a:p>
            <a:pPr marL="342900" indent="-342900">
              <a:buFontTx/>
              <a:buChar char="-"/>
            </a:pPr>
            <a:endParaRPr lang="es-ES" sz="2000" b="1" i="1" dirty="0"/>
          </a:p>
          <a:p>
            <a:r>
              <a:rPr lang="es-ES" sz="2000" b="1" i="1" dirty="0"/>
              <a:t>En NECSA construimos y desarrollamos proyectos con visión, eficiencia y excelencia técnica, buscando  soluciones constructivas confiables e innovadoras, priorizando la seguridad, la calidad y el cumplimiento, bajo una filosofía basada en el buen construir, la lealtad y compromiso total con nuestros clientes.</a:t>
            </a:r>
          </a:p>
          <a:p>
            <a:r>
              <a:rPr lang="es-ES" sz="2400" b="1" dirty="0"/>
              <a:t>”</a:t>
            </a:r>
          </a:p>
        </p:txBody>
      </p:sp>
      <p:cxnSp>
        <p:nvCxnSpPr>
          <p:cNvPr id="7" name="Conector recto de flecha 6">
            <a:extLst>
              <a:ext uri="{FF2B5EF4-FFF2-40B4-BE49-F238E27FC236}">
                <a16:creationId xmlns:a16="http://schemas.microsoft.com/office/drawing/2014/main" id="{81FDF905-07CD-F886-95A3-C1402FDB5460}"/>
              </a:ext>
            </a:extLst>
          </p:cNvPr>
          <p:cNvCxnSpPr>
            <a:cxnSpLocks/>
          </p:cNvCxnSpPr>
          <p:nvPr/>
        </p:nvCxnSpPr>
        <p:spPr>
          <a:xfrm flipH="1">
            <a:off x="4811842" y="4408802"/>
            <a:ext cx="2863122" cy="0"/>
          </a:xfrm>
          <a:prstGeom prst="straightConnector1">
            <a:avLst/>
          </a:prstGeom>
          <a:ln w="38100"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" name="Conector recto de flecha 9">
            <a:extLst>
              <a:ext uri="{FF2B5EF4-FFF2-40B4-BE49-F238E27FC236}">
                <a16:creationId xmlns:a16="http://schemas.microsoft.com/office/drawing/2014/main" id="{0173FEE6-9ABC-73A3-92CB-7CF991537FF9}"/>
              </a:ext>
            </a:extLst>
          </p:cNvPr>
          <p:cNvCxnSpPr>
            <a:cxnSpLocks/>
          </p:cNvCxnSpPr>
          <p:nvPr/>
        </p:nvCxnSpPr>
        <p:spPr>
          <a:xfrm flipH="1">
            <a:off x="4294391" y="435935"/>
            <a:ext cx="2287162" cy="1318271"/>
          </a:xfrm>
          <a:prstGeom prst="straightConnector1">
            <a:avLst/>
          </a:prstGeom>
          <a:ln w="38100"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2" name="Rectángulo 11">
            <a:extLst>
              <a:ext uri="{FF2B5EF4-FFF2-40B4-BE49-F238E27FC236}">
                <a16:creationId xmlns:a16="http://schemas.microsoft.com/office/drawing/2014/main" id="{ED1C0E76-7E57-1032-6620-252953A34702}"/>
              </a:ext>
            </a:extLst>
          </p:cNvPr>
          <p:cNvSpPr/>
          <p:nvPr/>
        </p:nvSpPr>
        <p:spPr>
          <a:xfrm>
            <a:off x="5922335" y="181007"/>
            <a:ext cx="1752629" cy="393150"/>
          </a:xfrm>
          <a:prstGeom prst="rect">
            <a:avLst/>
          </a:prstGeom>
          <a:solidFill>
            <a:srgbClr val="00B05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1571168426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A564E780-8A14-1D2F-14E5-C9C0FF361A7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25624"/>
            <a:ext cx="3793863" cy="4673145"/>
          </a:xfrm>
        </p:spPr>
        <p:txBody>
          <a:bodyPr>
            <a:normAutofit fontScale="55000" lnSpcReduction="20000"/>
          </a:bodyPr>
          <a:lstStyle/>
          <a:p>
            <a:pPr>
              <a:buFontTx/>
              <a:buChar char="-"/>
            </a:pPr>
            <a:r>
              <a:rPr lang="es-ES" dirty="0"/>
              <a:t>Titulo OK. </a:t>
            </a:r>
          </a:p>
          <a:p>
            <a:pPr>
              <a:buFontTx/>
              <a:buChar char="-"/>
            </a:pPr>
            <a:r>
              <a:rPr lang="es-ES" dirty="0"/>
              <a:t>Eliminar párrafo</a:t>
            </a:r>
          </a:p>
          <a:p>
            <a:pPr>
              <a:buFontTx/>
              <a:buChar char="-"/>
            </a:pPr>
            <a:endParaRPr lang="es-ES" dirty="0"/>
          </a:p>
          <a:p>
            <a:pPr>
              <a:buFontTx/>
              <a:buChar char="-"/>
            </a:pPr>
            <a:r>
              <a:rPr lang="es-ES" dirty="0"/>
              <a:t>NECSA nace hace 14 años, en la búsqueda del desarrollo profesional y organizacional. Siempre manteniendo una visión de mejora en los procesos y la mejora  continua al transmitir la experiencia, lealtad y valores  personales hacia el desarrollo empresarial. </a:t>
            </a:r>
          </a:p>
          <a:p>
            <a:pPr>
              <a:buFontTx/>
              <a:buChar char="-"/>
            </a:pPr>
            <a:endParaRPr lang="es-ES" dirty="0"/>
          </a:p>
          <a:p>
            <a:pPr>
              <a:buFontTx/>
              <a:buChar char="-"/>
            </a:pPr>
            <a:r>
              <a:rPr lang="es-ES" dirty="0"/>
              <a:t>Uno de los motores principales para nosotros, son los valores que buscamos transmitir desde todas las personas que conforman NECSA hasta nuestros clientes,  con el fin de otorgar confianza, lealtad  y respeto desde el trato diario, sentirse acompañados desde la génesis del proyecto  hasta la tranquilidad de recibir tu obra puesta en marcha correctamente.</a:t>
            </a:r>
          </a:p>
          <a:p>
            <a:pPr>
              <a:buFontTx/>
              <a:buChar char="-"/>
            </a:pPr>
            <a:endParaRPr lang="es-ES" dirty="0"/>
          </a:p>
          <a:p>
            <a:pPr marL="0" indent="0">
              <a:buNone/>
            </a:pPr>
            <a:r>
              <a:rPr lang="es-ES" dirty="0"/>
              <a:t>- Unificar 1 solo rectángulo para la visión , pues la misión estaría implícita en la 1era pagina.</a:t>
            </a:r>
          </a:p>
        </p:txBody>
      </p:sp>
      <p:pic>
        <p:nvPicPr>
          <p:cNvPr id="5" name="Imagen 4">
            <a:extLst>
              <a:ext uri="{FF2B5EF4-FFF2-40B4-BE49-F238E27FC236}">
                <a16:creationId xmlns:a16="http://schemas.microsoft.com/office/drawing/2014/main" id="{B65E21D9-B151-5BE8-DF19-D384A25500E3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632063" y="0"/>
            <a:ext cx="7559937" cy="6858000"/>
          </a:xfrm>
          <a:prstGeom prst="rect">
            <a:avLst/>
          </a:prstGeom>
        </p:spPr>
      </p:pic>
      <p:cxnSp>
        <p:nvCxnSpPr>
          <p:cNvPr id="6" name="Conector recto de flecha 5">
            <a:extLst>
              <a:ext uri="{FF2B5EF4-FFF2-40B4-BE49-F238E27FC236}">
                <a16:creationId xmlns:a16="http://schemas.microsoft.com/office/drawing/2014/main" id="{E1D28376-F514-ABD0-CE74-41F4E2EA0FC5}"/>
              </a:ext>
            </a:extLst>
          </p:cNvPr>
          <p:cNvCxnSpPr>
            <a:cxnSpLocks/>
          </p:cNvCxnSpPr>
          <p:nvPr/>
        </p:nvCxnSpPr>
        <p:spPr>
          <a:xfrm flipH="1">
            <a:off x="4002374" y="1484026"/>
            <a:ext cx="4257206" cy="584617"/>
          </a:xfrm>
          <a:prstGeom prst="straightConnector1">
            <a:avLst/>
          </a:prstGeom>
          <a:ln w="38100"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" name="Conector recto de flecha 8">
            <a:extLst>
              <a:ext uri="{FF2B5EF4-FFF2-40B4-BE49-F238E27FC236}">
                <a16:creationId xmlns:a16="http://schemas.microsoft.com/office/drawing/2014/main" id="{EF71CD1F-6886-E2D4-B29C-210D35488F99}"/>
              </a:ext>
            </a:extLst>
          </p:cNvPr>
          <p:cNvCxnSpPr>
            <a:cxnSpLocks/>
          </p:cNvCxnSpPr>
          <p:nvPr/>
        </p:nvCxnSpPr>
        <p:spPr>
          <a:xfrm flipH="1">
            <a:off x="4270859" y="5942670"/>
            <a:ext cx="4826833" cy="0"/>
          </a:xfrm>
          <a:prstGeom prst="straightConnector1">
            <a:avLst/>
          </a:prstGeom>
          <a:ln w="38100"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" name="Conector recto de flecha 11">
            <a:extLst>
              <a:ext uri="{FF2B5EF4-FFF2-40B4-BE49-F238E27FC236}">
                <a16:creationId xmlns:a16="http://schemas.microsoft.com/office/drawing/2014/main" id="{9380BCFF-9F2D-65B1-01E7-8043D6BCCD1B}"/>
              </a:ext>
            </a:extLst>
          </p:cNvPr>
          <p:cNvCxnSpPr>
            <a:cxnSpLocks/>
          </p:cNvCxnSpPr>
          <p:nvPr/>
        </p:nvCxnSpPr>
        <p:spPr>
          <a:xfrm flipH="1">
            <a:off x="4168720" y="2443397"/>
            <a:ext cx="4257206" cy="658500"/>
          </a:xfrm>
          <a:prstGeom prst="straightConnector1">
            <a:avLst/>
          </a:prstGeom>
          <a:ln w="38100"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" name="Conector recto de flecha 1">
            <a:extLst>
              <a:ext uri="{FF2B5EF4-FFF2-40B4-BE49-F238E27FC236}">
                <a16:creationId xmlns:a16="http://schemas.microsoft.com/office/drawing/2014/main" id="{DE058520-A385-D470-CBD8-CC1C35DF462D}"/>
              </a:ext>
            </a:extLst>
          </p:cNvPr>
          <p:cNvCxnSpPr>
            <a:cxnSpLocks/>
          </p:cNvCxnSpPr>
          <p:nvPr/>
        </p:nvCxnSpPr>
        <p:spPr>
          <a:xfrm flipH="1">
            <a:off x="1642100" y="802989"/>
            <a:ext cx="4257957" cy="1144145"/>
          </a:xfrm>
          <a:prstGeom prst="straightConnector1">
            <a:avLst/>
          </a:prstGeom>
          <a:ln w="38100"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222375676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Marcador de contenido 4">
            <a:extLst>
              <a:ext uri="{FF2B5EF4-FFF2-40B4-BE49-F238E27FC236}">
                <a16:creationId xmlns:a16="http://schemas.microsoft.com/office/drawing/2014/main" id="{05F9A7A1-B0AB-5022-867B-2503E8429BC9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3"/>
          <a:stretch>
            <a:fillRect/>
          </a:stretch>
        </p:blipFill>
        <p:spPr>
          <a:xfrm>
            <a:off x="4317703" y="1"/>
            <a:ext cx="7874297" cy="6858000"/>
          </a:xfrm>
          <a:prstGeom prst="rect">
            <a:avLst/>
          </a:prstGeom>
          <a:ln>
            <a:noFill/>
          </a:ln>
        </p:spPr>
      </p:pic>
      <p:sp>
        <p:nvSpPr>
          <p:cNvPr id="8" name="Título 1">
            <a:extLst>
              <a:ext uri="{FF2B5EF4-FFF2-40B4-BE49-F238E27FC236}">
                <a16:creationId xmlns:a16="http://schemas.microsoft.com/office/drawing/2014/main" id="{B3290E40-F8A0-4C21-C7EF-CB037117F6FB}"/>
              </a:ext>
            </a:extLst>
          </p:cNvPr>
          <p:cNvSpPr txBox="1">
            <a:spLocks/>
          </p:cNvSpPr>
          <p:nvPr/>
        </p:nvSpPr>
        <p:spPr>
          <a:xfrm>
            <a:off x="269824" y="1068832"/>
            <a:ext cx="3622908" cy="5646762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marL="342900" indent="-342900">
              <a:buFontTx/>
              <a:buChar char="-"/>
            </a:pPr>
            <a:r>
              <a:rPr lang="es-ES" sz="2400" dirty="0"/>
              <a:t>Incorporar foto de fondo tras las tarjetas de área de negocio.</a:t>
            </a:r>
          </a:p>
          <a:p>
            <a:pPr marL="342900" indent="-342900">
              <a:buFontTx/>
              <a:buChar char="-"/>
            </a:pPr>
            <a:endParaRPr lang="es-ES" sz="2400" dirty="0"/>
          </a:p>
          <a:p>
            <a:pPr marL="342900" indent="-342900">
              <a:buFontTx/>
              <a:buChar char="-"/>
            </a:pPr>
            <a:r>
              <a:rPr lang="es-ES" sz="2400" dirty="0"/>
              <a:t>eliminar</a:t>
            </a:r>
          </a:p>
          <a:p>
            <a:pPr marL="342900" indent="-342900">
              <a:buFontTx/>
              <a:buChar char="-"/>
            </a:pPr>
            <a:endParaRPr lang="es-ES" sz="2400" dirty="0"/>
          </a:p>
          <a:p>
            <a:pPr marL="342900" indent="-342900">
              <a:buFontTx/>
              <a:buChar char="-"/>
            </a:pPr>
            <a:endParaRPr lang="es-ES" sz="2400" dirty="0"/>
          </a:p>
          <a:p>
            <a:pPr marL="342900" indent="-342900">
              <a:buFontTx/>
              <a:buChar char="-"/>
            </a:pPr>
            <a:endParaRPr lang="es-ES" sz="2400" dirty="0"/>
          </a:p>
          <a:p>
            <a:pPr marL="342900" indent="-342900">
              <a:buFontTx/>
              <a:buChar char="-"/>
            </a:pPr>
            <a:r>
              <a:rPr lang="es-ES" sz="2400" b="1" dirty="0"/>
              <a:t>” Integramos 4 áreas de negocio para dar respuesta a las necesidades del país.”</a:t>
            </a:r>
          </a:p>
          <a:p>
            <a:pPr marL="342900" indent="-342900">
              <a:buFontTx/>
              <a:buChar char="-"/>
            </a:pPr>
            <a:endParaRPr lang="es-ES" sz="2400" b="1" dirty="0"/>
          </a:p>
        </p:txBody>
      </p:sp>
      <p:cxnSp>
        <p:nvCxnSpPr>
          <p:cNvPr id="4" name="Conector recto de flecha 3">
            <a:extLst>
              <a:ext uri="{FF2B5EF4-FFF2-40B4-BE49-F238E27FC236}">
                <a16:creationId xmlns:a16="http://schemas.microsoft.com/office/drawing/2014/main" id="{1D76ED92-BA2A-A367-81AD-9A825EED4570}"/>
              </a:ext>
            </a:extLst>
          </p:cNvPr>
          <p:cNvCxnSpPr>
            <a:cxnSpLocks/>
          </p:cNvCxnSpPr>
          <p:nvPr/>
        </p:nvCxnSpPr>
        <p:spPr>
          <a:xfrm flipH="1">
            <a:off x="1976239" y="1996342"/>
            <a:ext cx="4582594" cy="1167482"/>
          </a:xfrm>
          <a:prstGeom prst="straightConnector1">
            <a:avLst/>
          </a:prstGeom>
          <a:ln w="38100"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745295537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8758C0CB-080A-36E9-DAA1-4511AA3E33F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s-ES"/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B471A4BF-8ED0-BA04-577D-64BC3152056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25625"/>
            <a:ext cx="3314075" cy="4351338"/>
          </a:xfrm>
        </p:spPr>
        <p:txBody>
          <a:bodyPr>
            <a:normAutofit/>
          </a:bodyPr>
          <a:lstStyle/>
          <a:p>
            <a:pPr>
              <a:buFontTx/>
              <a:buChar char="-"/>
            </a:pPr>
            <a:r>
              <a:rPr lang="es-ES" sz="2000" dirty="0"/>
              <a:t>Conoce algunos de nuestros proyectos.</a:t>
            </a:r>
          </a:p>
          <a:p>
            <a:pPr>
              <a:buFontTx/>
              <a:buChar char="-"/>
            </a:pPr>
            <a:r>
              <a:rPr lang="es-ES" sz="2000" dirty="0"/>
              <a:t>Eliminar estas tarjetas, dejar solo fotos como link.</a:t>
            </a:r>
          </a:p>
          <a:p>
            <a:pPr>
              <a:buFontTx/>
              <a:buChar char="-"/>
            </a:pPr>
            <a:r>
              <a:rPr lang="es-ES" sz="2000" dirty="0"/>
              <a:t>Cambiar a  fotos mejoradas y seleccionadas.</a:t>
            </a:r>
          </a:p>
        </p:txBody>
      </p:sp>
      <p:pic>
        <p:nvPicPr>
          <p:cNvPr id="5" name="Imagen 4">
            <a:extLst>
              <a:ext uri="{FF2B5EF4-FFF2-40B4-BE49-F238E27FC236}">
                <a16:creationId xmlns:a16="http://schemas.microsoft.com/office/drawing/2014/main" id="{535717A6-48B1-A59B-FDEA-61C8CEF8F7FC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152275" y="0"/>
            <a:ext cx="7845399" cy="6858000"/>
          </a:xfrm>
          <a:prstGeom prst="rect">
            <a:avLst/>
          </a:prstGeom>
        </p:spPr>
      </p:pic>
      <p:cxnSp>
        <p:nvCxnSpPr>
          <p:cNvPr id="8" name="Conector recto de flecha 7">
            <a:extLst>
              <a:ext uri="{FF2B5EF4-FFF2-40B4-BE49-F238E27FC236}">
                <a16:creationId xmlns:a16="http://schemas.microsoft.com/office/drawing/2014/main" id="{F2F15FDC-602A-A953-2C0F-54713C7CC77D}"/>
              </a:ext>
            </a:extLst>
          </p:cNvPr>
          <p:cNvCxnSpPr>
            <a:cxnSpLocks/>
          </p:cNvCxnSpPr>
          <p:nvPr/>
        </p:nvCxnSpPr>
        <p:spPr>
          <a:xfrm flipH="1">
            <a:off x="3636335" y="2097854"/>
            <a:ext cx="3700130" cy="1051692"/>
          </a:xfrm>
          <a:prstGeom prst="straightConnector1">
            <a:avLst/>
          </a:prstGeom>
          <a:ln w="38100"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828518973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Marcador de contenido 4">
            <a:extLst>
              <a:ext uri="{FF2B5EF4-FFF2-40B4-BE49-F238E27FC236}">
                <a16:creationId xmlns:a16="http://schemas.microsoft.com/office/drawing/2014/main" id="{D4F8A45C-22A9-A0CB-3FA4-F20173AF5862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420183" y="2011342"/>
            <a:ext cx="10905066" cy="2835316"/>
          </a:xfrm>
          <a:prstGeom prst="rect">
            <a:avLst/>
          </a:prstGeom>
        </p:spPr>
      </p:pic>
      <p:sp>
        <p:nvSpPr>
          <p:cNvPr id="6" name="CuadroTexto 5">
            <a:extLst>
              <a:ext uri="{FF2B5EF4-FFF2-40B4-BE49-F238E27FC236}">
                <a16:creationId xmlns:a16="http://schemas.microsoft.com/office/drawing/2014/main" id="{8C282B1B-FB56-65BF-B8DC-7D80C59F2D89}"/>
              </a:ext>
            </a:extLst>
          </p:cNvPr>
          <p:cNvSpPr txBox="1"/>
          <p:nvPr/>
        </p:nvSpPr>
        <p:spPr>
          <a:xfrm>
            <a:off x="616689" y="967563"/>
            <a:ext cx="2358979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s-ES" dirty="0"/>
              <a:t>12+</a:t>
            </a:r>
          </a:p>
          <a:p>
            <a:pPr algn="ctr"/>
            <a:r>
              <a:rPr lang="es-ES" dirty="0"/>
              <a:t>AÑOS DE TRAYECTORIA</a:t>
            </a:r>
          </a:p>
        </p:txBody>
      </p:sp>
      <p:sp>
        <p:nvSpPr>
          <p:cNvPr id="7" name="CuadroTexto 6">
            <a:extLst>
              <a:ext uri="{FF2B5EF4-FFF2-40B4-BE49-F238E27FC236}">
                <a16:creationId xmlns:a16="http://schemas.microsoft.com/office/drawing/2014/main" id="{5974C900-532E-B9DC-1B81-77C7FD6BE1FE}"/>
              </a:ext>
            </a:extLst>
          </p:cNvPr>
          <p:cNvSpPr txBox="1"/>
          <p:nvPr/>
        </p:nvSpPr>
        <p:spPr>
          <a:xfrm>
            <a:off x="3243471" y="967563"/>
            <a:ext cx="2529475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s-ES" dirty="0"/>
              <a:t>150+</a:t>
            </a:r>
          </a:p>
          <a:p>
            <a:pPr algn="ctr"/>
            <a:r>
              <a:rPr lang="es-ES" dirty="0"/>
              <a:t>PROYECTOS EJECUTADOS</a:t>
            </a:r>
          </a:p>
        </p:txBody>
      </p:sp>
      <p:sp>
        <p:nvSpPr>
          <p:cNvPr id="8" name="CuadroTexto 7">
            <a:extLst>
              <a:ext uri="{FF2B5EF4-FFF2-40B4-BE49-F238E27FC236}">
                <a16:creationId xmlns:a16="http://schemas.microsoft.com/office/drawing/2014/main" id="{E4559044-01DF-219D-1E61-32A47D92029C}"/>
              </a:ext>
            </a:extLst>
          </p:cNvPr>
          <p:cNvSpPr txBox="1"/>
          <p:nvPr/>
        </p:nvSpPr>
        <p:spPr>
          <a:xfrm>
            <a:off x="6252293" y="1008892"/>
            <a:ext cx="2046393" cy="92333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s-ES" dirty="0"/>
              <a:t>300k+</a:t>
            </a:r>
          </a:p>
          <a:p>
            <a:pPr algn="ctr"/>
            <a:r>
              <a:rPr lang="es-ES" dirty="0"/>
              <a:t>M2 proyectados de </a:t>
            </a:r>
          </a:p>
          <a:p>
            <a:pPr algn="ctr"/>
            <a:r>
              <a:rPr lang="es-ES" dirty="0"/>
              <a:t>mortero</a:t>
            </a:r>
          </a:p>
        </p:txBody>
      </p:sp>
      <p:sp>
        <p:nvSpPr>
          <p:cNvPr id="9" name="CuadroTexto 8">
            <a:extLst>
              <a:ext uri="{FF2B5EF4-FFF2-40B4-BE49-F238E27FC236}">
                <a16:creationId xmlns:a16="http://schemas.microsoft.com/office/drawing/2014/main" id="{4C577B45-DE7A-0915-FBEA-E6FF80668798}"/>
              </a:ext>
            </a:extLst>
          </p:cNvPr>
          <p:cNvSpPr txBox="1"/>
          <p:nvPr/>
        </p:nvSpPr>
        <p:spPr>
          <a:xfrm>
            <a:off x="9430308" y="1008892"/>
            <a:ext cx="111440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s-ES" dirty="0">
                <a:highlight>
                  <a:srgbClr val="FFFF00"/>
                </a:highlight>
              </a:rPr>
              <a:t>ELIMINAR</a:t>
            </a:r>
          </a:p>
        </p:txBody>
      </p:sp>
      <p:cxnSp>
        <p:nvCxnSpPr>
          <p:cNvPr id="11" name="Conector recto de flecha 10">
            <a:extLst>
              <a:ext uri="{FF2B5EF4-FFF2-40B4-BE49-F238E27FC236}">
                <a16:creationId xmlns:a16="http://schemas.microsoft.com/office/drawing/2014/main" id="{F9EC21DA-1ADD-2722-D4FC-72C83372C268}"/>
              </a:ext>
            </a:extLst>
          </p:cNvPr>
          <p:cNvCxnSpPr>
            <a:cxnSpLocks/>
          </p:cNvCxnSpPr>
          <p:nvPr/>
        </p:nvCxnSpPr>
        <p:spPr>
          <a:xfrm>
            <a:off x="5867269" y="1932222"/>
            <a:ext cx="0" cy="425967"/>
          </a:xfrm>
          <a:prstGeom prst="straightConnector1">
            <a:avLst/>
          </a:prstGeom>
          <a:ln w="38100"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874588"/>
      </p:ext>
    </p:extLst>
  </p:cSld>
  <p:clrMapOvr>
    <a:masterClrMapping/>
  </p:clrMapOvr>
</p:sld>
</file>

<file path=ppt/theme/theme1.xml><?xml version="1.0" encoding="utf-8"?>
<a:theme xmlns:a="http://schemas.openxmlformats.org/drawingml/2006/main" name="Tema de 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Override1.xml><?xml version="1.0" encoding="utf-8"?>
<a:themeOverride xmlns:a="http://schemas.openxmlformats.org/drawingml/2006/main">
  <a:clrScheme name="Office">
    <a:dk1>
      <a:sysClr val="windowText" lastClr="000000"/>
    </a:dk1>
    <a:lt1>
      <a:sysClr val="window" lastClr="FFFFFF"/>
    </a:lt1>
    <a:dk2>
      <a:srgbClr val="44546A"/>
    </a:dk2>
    <a:lt2>
      <a:srgbClr val="E7E6E6"/>
    </a:lt2>
    <a:accent1>
      <a:srgbClr val="4472C4"/>
    </a:accent1>
    <a:accent2>
      <a:srgbClr val="ED7D31"/>
    </a:accent2>
    <a:accent3>
      <a:srgbClr val="A5A5A5"/>
    </a:accent3>
    <a:accent4>
      <a:srgbClr val="FFC000"/>
    </a:accent4>
    <a:accent5>
      <a:srgbClr val="5B9BD5"/>
    </a:accent5>
    <a:accent6>
      <a:srgbClr val="70AD47"/>
    </a:accent6>
    <a:hlink>
      <a:srgbClr val="0563C1"/>
    </a:hlink>
    <a:folHlink>
      <a:srgbClr val="954F72"/>
    </a:folHlink>
  </a:clrScheme>
</a:themeOverride>
</file>

<file path=ppt/theme/themeOverride2.xml><?xml version="1.0" encoding="utf-8"?>
<a:themeOverride xmlns:a="http://schemas.openxmlformats.org/drawingml/2006/main">
  <a:clrScheme name="Office">
    <a:dk1>
      <a:sysClr val="windowText" lastClr="000000"/>
    </a:dk1>
    <a:lt1>
      <a:sysClr val="window" lastClr="FFFFFF"/>
    </a:lt1>
    <a:dk2>
      <a:srgbClr val="44546A"/>
    </a:dk2>
    <a:lt2>
      <a:srgbClr val="E7E6E6"/>
    </a:lt2>
    <a:accent1>
      <a:srgbClr val="4472C4"/>
    </a:accent1>
    <a:accent2>
      <a:srgbClr val="ED7D31"/>
    </a:accent2>
    <a:accent3>
      <a:srgbClr val="A5A5A5"/>
    </a:accent3>
    <a:accent4>
      <a:srgbClr val="FFC000"/>
    </a:accent4>
    <a:accent5>
      <a:srgbClr val="5B9BD5"/>
    </a:accent5>
    <a:accent6>
      <a:srgbClr val="70AD47"/>
    </a:accent6>
    <a:hlink>
      <a:srgbClr val="0563C1"/>
    </a:hlink>
    <a:folHlink>
      <a:srgbClr val="954F72"/>
    </a:folHlink>
  </a:clrScheme>
</a:themeOverride>
</file>

<file path=ppt/theme/themeOverride3.xml><?xml version="1.0" encoding="utf-8"?>
<a:themeOverride xmlns:a="http://schemas.openxmlformats.org/drawingml/2006/main">
  <a:clrScheme name="Office">
    <a:dk1>
      <a:sysClr val="windowText" lastClr="000000"/>
    </a:dk1>
    <a:lt1>
      <a:sysClr val="window" lastClr="FFFFFF"/>
    </a:lt1>
    <a:dk2>
      <a:srgbClr val="44546A"/>
    </a:dk2>
    <a:lt2>
      <a:srgbClr val="E7E6E6"/>
    </a:lt2>
    <a:accent1>
      <a:srgbClr val="4472C4"/>
    </a:accent1>
    <a:accent2>
      <a:srgbClr val="ED7D31"/>
    </a:accent2>
    <a:accent3>
      <a:srgbClr val="A5A5A5"/>
    </a:accent3>
    <a:accent4>
      <a:srgbClr val="FFC000"/>
    </a:accent4>
    <a:accent5>
      <a:srgbClr val="5B9BD5"/>
    </a:accent5>
    <a:accent6>
      <a:srgbClr val="70AD47"/>
    </a:accent6>
    <a:hlink>
      <a:srgbClr val="0563C1"/>
    </a:hlink>
    <a:folHlink>
      <a:srgbClr val="954F72"/>
    </a:folHlink>
  </a:clrScheme>
</a:themeOverrid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343</TotalTime>
  <Words>311</Words>
  <Application>Microsoft Office PowerPoint</Application>
  <PresentationFormat>Panorámica</PresentationFormat>
  <Paragraphs>53</Paragraphs>
  <Slides>7</Slides>
  <Notes>0</Notes>
  <HiddenSlides>0</HiddenSlides>
  <MMClips>0</MMClips>
  <ScaleCrop>false</ScaleCrop>
  <HeadingPairs>
    <vt:vector size="6" baseType="variant">
      <vt:variant>
        <vt:lpstr>Fuentes usadas</vt:lpstr>
      </vt:variant>
      <vt:variant>
        <vt:i4>3</vt:i4>
      </vt:variant>
      <vt:variant>
        <vt:lpstr>Tema</vt:lpstr>
      </vt:variant>
      <vt:variant>
        <vt:i4>1</vt:i4>
      </vt:variant>
      <vt:variant>
        <vt:lpstr>Títulos de diapositiva</vt:lpstr>
      </vt:variant>
      <vt:variant>
        <vt:i4>7</vt:i4>
      </vt:variant>
    </vt:vector>
  </HeadingPairs>
  <TitlesOfParts>
    <vt:vector size="11" baseType="lpstr">
      <vt:lpstr>Arial</vt:lpstr>
      <vt:lpstr>Calibri</vt:lpstr>
      <vt:lpstr>Calibri Light</vt:lpstr>
      <vt:lpstr>Tema de Office</vt:lpstr>
      <vt:lpstr>REVISIÓN  2</vt:lpstr>
      <vt:lpstr>Modificaciones</vt:lpstr>
      <vt:lpstr>Modificaciones</vt:lpstr>
      <vt:lpstr>Presentación de PowerPoint</vt:lpstr>
      <vt:lpstr>Presentación de PowerPoint</vt:lpstr>
      <vt:lpstr>Presentación de PowerPoint</vt:lpstr>
      <vt:lpstr>Presentación de PowerPoint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felipe madrid</dc:creator>
  <cp:lastModifiedBy>felipe madrid</cp:lastModifiedBy>
  <cp:revision>3</cp:revision>
  <dcterms:created xsi:type="dcterms:W3CDTF">2026-05-26T16:40:40Z</dcterms:created>
  <dcterms:modified xsi:type="dcterms:W3CDTF">2026-06-19T15:55:11Z</dcterms:modified>
</cp:coreProperties>
</file>