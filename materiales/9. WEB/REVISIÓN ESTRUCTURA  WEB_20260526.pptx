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2" roundtripDataSignature="AMtx7mijqSBAcvocljn7wvIYua+lKO08L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2" Type="http://customschemas.google.com/relationships/presentationmetadata" Target="metadata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9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9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1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1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2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2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3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3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3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3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3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6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6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7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7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8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9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s-ES"/>
              <a:t>REVISIÓN ESTRUCTURA  WEB</a:t>
            </a:r>
            <a:br>
              <a:rPr lang="es-ES"/>
            </a:br>
            <a:endParaRPr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s-ES"/>
              <a:t>26/5/26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91" name="Google Shape;91;p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74873" y="526182"/>
            <a:ext cx="8017127" cy="580563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2"/>
          <p:cNvSpPr txBox="1"/>
          <p:nvPr/>
        </p:nvSpPr>
        <p:spPr>
          <a:xfrm>
            <a:off x="371764" y="2180506"/>
            <a:ext cx="3198000" cy="48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-"/>
            </a:pPr>
            <a:r>
              <a:rPr b="0" i="0" lang="es-E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Cambiar colores a institucionales.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-"/>
            </a:pPr>
            <a:r>
              <a:rPr b="0" i="0" lang="es-E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Buscar tema más formal o estructurada.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-"/>
            </a:pPr>
            <a:r>
              <a:rPr b="0" i="0" lang="es-E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 esquina superior izquierda , 1 solo logo </a:t>
            </a: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más</a:t>
            </a:r>
            <a:r>
              <a:rPr b="0" i="0" lang="es-E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grande.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-"/>
            </a:pPr>
            <a:r>
              <a:rPr b="0" i="0" lang="es-E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Imagen de fondo = obra en construcción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-"/>
            </a:pPr>
            <a:r>
              <a:rPr b="0" i="0" lang="es-E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 colocar texto sobre imagen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-"/>
            </a:pPr>
            <a:r>
              <a:rPr b="0" i="0" lang="es-E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Fondo de portada con color azul.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-"/>
            </a:pPr>
            <a:r>
              <a:rPr b="0" i="0" lang="es-E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Quitar botón de cotizar de la imagen de portada.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3" name="Google Shape;93;p2"/>
          <p:cNvCxnSpPr/>
          <p:nvPr/>
        </p:nvCxnSpPr>
        <p:spPr>
          <a:xfrm flipH="1">
            <a:off x="3103418" y="1016000"/>
            <a:ext cx="2392218" cy="20320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94" name="Google Shape;94;p2"/>
          <p:cNvCxnSpPr/>
          <p:nvPr/>
        </p:nvCxnSpPr>
        <p:spPr>
          <a:xfrm rot="10800000">
            <a:off x="3569855" y="4619556"/>
            <a:ext cx="6446982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95" name="Google Shape;95;p2"/>
          <p:cNvCxnSpPr/>
          <p:nvPr/>
        </p:nvCxnSpPr>
        <p:spPr>
          <a:xfrm flipH="1">
            <a:off x="3569855" y="5257800"/>
            <a:ext cx="1925781" cy="180078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101" name="Google Shape;10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3590" y="1825625"/>
            <a:ext cx="7146372" cy="3936488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3"/>
          <p:cNvSpPr txBox="1"/>
          <p:nvPr>
            <p:ph idx="1" type="body"/>
          </p:nvPr>
        </p:nvSpPr>
        <p:spPr>
          <a:xfrm>
            <a:off x="744574" y="2141537"/>
            <a:ext cx="3207026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-"/>
            </a:pPr>
            <a:r>
              <a:rPr lang="es-ES"/>
              <a:t>Reducir cantidad de cuadros de texto.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-"/>
            </a:pPr>
            <a:r>
              <a:rPr lang="es-ES"/>
              <a:t>Dar Prioridad a la misión y visión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03" name="Google Shape;103;p3"/>
          <p:cNvSpPr/>
          <p:nvPr/>
        </p:nvSpPr>
        <p:spPr>
          <a:xfrm>
            <a:off x="4792809" y="2983169"/>
            <a:ext cx="3349500" cy="14709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3"/>
          <p:cNvSpPr/>
          <p:nvPr/>
        </p:nvSpPr>
        <p:spPr>
          <a:xfrm>
            <a:off x="8407514" y="2983174"/>
            <a:ext cx="3349500" cy="14709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10" name="Google Shape;110;p4"/>
          <p:cNvSpPr txBox="1"/>
          <p:nvPr>
            <p:ph idx="1" type="body"/>
          </p:nvPr>
        </p:nvSpPr>
        <p:spPr>
          <a:xfrm>
            <a:off x="530087" y="2121659"/>
            <a:ext cx="3197087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-"/>
            </a:pPr>
            <a:r>
              <a:rPr lang="es-ES" sz="1800"/>
              <a:t>Incorporar las 4 áreas de Necsa en 1 sola fila.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-"/>
            </a:pPr>
            <a:r>
              <a:rPr lang="es-ES" sz="1800"/>
              <a:t>Eliminar este cuadro en todas las paginas.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-"/>
            </a:pPr>
            <a:r>
              <a:rPr lang="es-ES" sz="1800"/>
              <a:t>Mantener un texto de Bajada. El texto debe estar con alineación justificada dentro de su cuadro.</a:t>
            </a:r>
            <a:endParaRPr/>
          </a:p>
          <a:p>
            <a:pPr indent="-1143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/>
          </a:p>
          <a:p>
            <a:pPr indent="-1143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-"/>
            </a:pPr>
            <a:r>
              <a:rPr lang="es-ES" sz="1800"/>
              <a:t>“ seria ideal que cada uno fuese un botón que diera acceso a  cada área. Estamos en la búsqueda”.</a:t>
            </a:r>
            <a:endParaRPr/>
          </a:p>
          <a:p>
            <a:pPr indent="-1143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/>
          </a:p>
        </p:txBody>
      </p:sp>
      <p:pic>
        <p:nvPicPr>
          <p:cNvPr id="111" name="Google Shape;11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49290" y="681037"/>
            <a:ext cx="7961831" cy="514093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2" name="Google Shape;112;p4"/>
          <p:cNvCxnSpPr/>
          <p:nvPr/>
        </p:nvCxnSpPr>
        <p:spPr>
          <a:xfrm rot="10800000">
            <a:off x="2726634" y="2663688"/>
            <a:ext cx="4727714" cy="113306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113" name="Google Shape;113;p4"/>
          <p:cNvCxnSpPr/>
          <p:nvPr/>
        </p:nvCxnSpPr>
        <p:spPr>
          <a:xfrm flipH="1">
            <a:off x="2842592" y="1755328"/>
            <a:ext cx="3081129" cy="1172265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19" name="Google Shape;119;p5"/>
          <p:cNvSpPr txBox="1"/>
          <p:nvPr>
            <p:ph idx="1" type="body"/>
          </p:nvPr>
        </p:nvSpPr>
        <p:spPr>
          <a:xfrm>
            <a:off x="838199" y="1825625"/>
            <a:ext cx="4061791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s-ES" sz="2400"/>
              <a:t>Reducir cuadros de texto e implementar correciones anteriores.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s-ES" sz="2400"/>
              <a:t>Se pierde mucha área de pantalla para recién ver la imagen. Quizas se pueda probar otra composición en este ventana. 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s-ES" sz="2400"/>
              <a:t>Mantener aparición de info detallada del proyecto al pasar el cursor sobra la imagen.</a:t>
            </a:r>
            <a:endParaRPr/>
          </a:p>
        </p:txBody>
      </p:sp>
      <p:pic>
        <p:nvPicPr>
          <p:cNvPr id="120" name="Google Shape;12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14719" y="2032347"/>
            <a:ext cx="6539081" cy="414461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1" name="Google Shape;121;p5"/>
          <p:cNvCxnSpPr/>
          <p:nvPr/>
        </p:nvCxnSpPr>
        <p:spPr>
          <a:xfrm rot="10800000">
            <a:off x="3160644" y="3673028"/>
            <a:ext cx="2604051" cy="93903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"/>
            <a:headEnd len="sm" w="sm" type="none"/>
            <a:tailEnd len="med" w="med" type="triangle"/>
          </a:ln>
        </p:spPr>
      </p:cxnSp>
      <p:sp>
        <p:nvSpPr>
          <p:cNvPr id="122" name="Google Shape;122;p5"/>
          <p:cNvSpPr/>
          <p:nvPr/>
        </p:nvSpPr>
        <p:spPr>
          <a:xfrm>
            <a:off x="5764695" y="2574235"/>
            <a:ext cx="4422913" cy="148093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28" name="Google Shape;128;p6"/>
          <p:cNvSpPr txBox="1"/>
          <p:nvPr>
            <p:ph idx="1" type="body"/>
          </p:nvPr>
        </p:nvSpPr>
        <p:spPr>
          <a:xfrm>
            <a:off x="838200" y="1825625"/>
            <a:ext cx="3902765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s-ES"/>
              <a:t>Eliminar hoja de testimonios.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29" name="Google Shape;12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91864" y="1560443"/>
            <a:ext cx="6579580" cy="492444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0" name="Google Shape;130;p6"/>
          <p:cNvCxnSpPr/>
          <p:nvPr/>
        </p:nvCxnSpPr>
        <p:spPr>
          <a:xfrm flipH="1">
            <a:off x="3369365" y="1948070"/>
            <a:ext cx="7126357" cy="387626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36" name="Google Shape;136;p7"/>
          <p:cNvSpPr txBox="1"/>
          <p:nvPr>
            <p:ph idx="1" type="body"/>
          </p:nvPr>
        </p:nvSpPr>
        <p:spPr>
          <a:xfrm>
            <a:off x="838200" y="1825625"/>
            <a:ext cx="3982278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s-ES" sz="2000"/>
              <a:t>- Reducir ventana de cotización, transformarlo  Cotiza con nosotros o contacto.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-"/>
            </a:pPr>
            <a:r>
              <a:rPr lang="es-ES" sz="2000"/>
              <a:t>Mantener la información de oficinas.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</p:txBody>
      </p:sp>
      <p:pic>
        <p:nvPicPr>
          <p:cNvPr id="137" name="Google Shape;13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58409" y="1192250"/>
            <a:ext cx="7156690" cy="498471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8" name="Google Shape;138;p7"/>
          <p:cNvCxnSpPr/>
          <p:nvPr/>
        </p:nvCxnSpPr>
        <p:spPr>
          <a:xfrm rot="10800000">
            <a:off x="4124739" y="2445026"/>
            <a:ext cx="5724939" cy="1228002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139" name="Google Shape;139;p7"/>
          <p:cNvCxnSpPr/>
          <p:nvPr/>
        </p:nvCxnSpPr>
        <p:spPr>
          <a:xfrm rot="10800000">
            <a:off x="2315817" y="3299791"/>
            <a:ext cx="4234069" cy="795406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2026-05-26T16:40:40Z</dcterms:created>
  <dc:creator>felipe madrid</dc:creator>
</cp:coreProperties>
</file>